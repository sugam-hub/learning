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226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13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614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889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509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640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89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01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47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675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028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5717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473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748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923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775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907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11/22/2019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0325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US" dirty="0" smtClean="0"/>
              <a:t>My first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52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>
        <p:cut/>
      </p:transition>
    </mc:Choice>
    <mc:Fallback>
      <p:transition advClick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66752" y="2521060"/>
            <a:ext cx="8582297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4000" dirty="0" smtClean="0"/>
              <a:t>NATIONAL COLLEGE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14700" y="4489475"/>
            <a:ext cx="54864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dirty="0">
                <a:solidFill>
                  <a:srgbClr val="FFFF00"/>
                </a:solidFill>
              </a:rPr>
              <a:t>BANASTHALI</a:t>
            </a: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3943350" y="6304002"/>
            <a:ext cx="42291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dirty="0" smtClean="0"/>
              <a:t>NEPAL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45025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1965960"/>
            <a:ext cx="2926080" cy="3610372"/>
            <a:chOff x="0" y="1965960"/>
            <a:chExt cx="2926080" cy="3610372"/>
          </a:xfrm>
        </p:grpSpPr>
        <p:sp>
          <p:nvSpPr>
            <p:cNvPr id="2" name="Oval 1"/>
            <p:cNvSpPr/>
            <p:nvPr/>
          </p:nvSpPr>
          <p:spPr>
            <a:xfrm>
              <a:off x="0" y="1965960"/>
              <a:ext cx="2926080" cy="2926080"/>
            </a:xfrm>
            <a:prstGeom prst="ellipse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3370" y="5207000"/>
              <a:ext cx="2324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Aamir Khan</a:t>
              </a:r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632960" y="1965960"/>
            <a:ext cx="2926080" cy="3610372"/>
            <a:chOff x="4632960" y="1965960"/>
            <a:chExt cx="2926080" cy="3610372"/>
          </a:xfrm>
        </p:grpSpPr>
        <p:sp>
          <p:nvSpPr>
            <p:cNvPr id="3" name="Oval 2"/>
            <p:cNvSpPr/>
            <p:nvPr/>
          </p:nvSpPr>
          <p:spPr>
            <a:xfrm>
              <a:off x="4632960" y="1965960"/>
              <a:ext cx="2926080" cy="292608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33950" y="5207000"/>
              <a:ext cx="2324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Sharukh Khan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265920" y="1965960"/>
            <a:ext cx="2926080" cy="3610372"/>
            <a:chOff x="9265920" y="1965960"/>
            <a:chExt cx="2926080" cy="3610372"/>
          </a:xfrm>
        </p:grpSpPr>
        <p:sp>
          <p:nvSpPr>
            <p:cNvPr id="4" name="Oval 3"/>
            <p:cNvSpPr/>
            <p:nvPr/>
          </p:nvSpPr>
          <p:spPr>
            <a:xfrm>
              <a:off x="9265920" y="1965960"/>
              <a:ext cx="2926080" cy="292608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566910" y="5207000"/>
              <a:ext cx="2324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Salman Khan</a:t>
              </a:r>
              <a:endParaRPr 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32960" y="983734"/>
            <a:ext cx="2324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Adobe Arabic" panose="02040503050201020203" pitchFamily="18" charset="-78"/>
              </a:rPr>
              <a:t>Three</a:t>
            </a:r>
            <a:r>
              <a:rPr lang="en-US" dirty="0" smtClean="0"/>
              <a:t> </a:t>
            </a:r>
            <a:r>
              <a:rPr lang="en-US" sz="2800" dirty="0" smtClean="0">
                <a:ln w="0"/>
                <a:solidFill>
                  <a:srgbClr val="FFFF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Khan's</a:t>
            </a:r>
            <a:endParaRPr lang="en-US" dirty="0">
              <a:solidFill>
                <a:srgbClr val="FFFF00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107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</TotalTime>
  <Words>15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Adobe Gothic Std B</vt:lpstr>
      <vt:lpstr>Adobe Arabic</vt:lpstr>
      <vt:lpstr>Algerian</vt:lpstr>
      <vt:lpstr>Arial</vt:lpstr>
      <vt:lpstr>Century Gothic</vt:lpstr>
      <vt:lpstr>Wingdings 3</vt:lpstr>
      <vt:lpstr>Ion</vt:lpstr>
      <vt:lpstr>My first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first presentation</dc:title>
  <dc:creator>NIST</dc:creator>
  <cp:lastModifiedBy>NIST</cp:lastModifiedBy>
  <cp:revision>12</cp:revision>
  <dcterms:created xsi:type="dcterms:W3CDTF">2019-11-22T06:23:02Z</dcterms:created>
  <dcterms:modified xsi:type="dcterms:W3CDTF">2019-11-22T07:42:58Z</dcterms:modified>
</cp:coreProperties>
</file>