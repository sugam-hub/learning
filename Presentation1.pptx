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5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7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4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3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1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44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6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4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1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3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41DE2-ABCB-4E7D-9FAD-9F9C8A44E595}" type="datetimeFigureOut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11EBF-C80B-4F0E-9297-A565A8471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299342" y="1561008"/>
            <a:ext cx="1658982" cy="15152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270610" y="3154678"/>
            <a:ext cx="404949" cy="18483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82388" y="822959"/>
            <a:ext cx="4820196" cy="329184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834761" y="2984862"/>
            <a:ext cx="404949" cy="18483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992585" y="2984861"/>
            <a:ext cx="404949" cy="18483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595109" y="3190603"/>
            <a:ext cx="404949" cy="18483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>
            <a:off x="6397534" y="1854925"/>
            <a:ext cx="1988818" cy="3461658"/>
          </a:xfrm>
          <a:prstGeom prst="arc">
            <a:avLst>
              <a:gd name="adj1" fmla="val 16200000"/>
              <a:gd name="adj2" fmla="val 21416825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1809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NIST</dc:creator>
  <cp:lastModifiedBy>NIST</cp:lastModifiedBy>
  <cp:revision>3</cp:revision>
  <dcterms:created xsi:type="dcterms:W3CDTF">2019-11-15T07:30:51Z</dcterms:created>
  <dcterms:modified xsi:type="dcterms:W3CDTF">2019-11-15T07:43:02Z</dcterms:modified>
</cp:coreProperties>
</file>